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12B5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6576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</a:t>
            </a:r>
            <a:endParaRPr lang="en-US" sz="22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663440" y="2011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BREACH NAME ]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66344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Organization  ·  Year 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3657600"/>
            <a:ext cx="2926080" cy="0"/>
          </a:xfrm>
          <a:prstGeom prst="line">
            <a:avLst/>
          </a:prstGeom>
          <a:noFill/>
          <a:ln w="25400">
            <a:solidFill>
              <a:srgbClr val="12B5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September 25,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30-Second Version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1064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783080"/>
            <a:ext cx="73152" cy="192024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659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or two sentences: what happened, and why it mattered. 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3593592" cy="196596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1605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Company ]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5257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3977640"/>
            <a:ext cx="3593592" cy="196596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41605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Scale ]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53712" y="5257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ASSETS AFFECTED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01584" y="3977640"/>
            <a:ext cx="3593592" cy="196596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15" name="Text 12"/>
          <p:cNvSpPr/>
          <p:nvPr/>
        </p:nvSpPr>
        <p:spPr>
          <a:xfrm>
            <a:off x="8330184" y="41605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e.g., Identity / Supply Chain ]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30184" y="5257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CATEGORY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Foothold to Disclosure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05840" y="3383280"/>
            <a:ext cx="10149840" cy="0"/>
          </a:xfrm>
          <a:prstGeom prst="line">
            <a:avLst/>
          </a:prstGeom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" y="3255264"/>
            <a:ext cx="256032" cy="256032"/>
          </a:xfrm>
          <a:prstGeom prst="ellipse">
            <a:avLst/>
          </a:prstGeom>
          <a:solidFill>
            <a:srgbClr val="12B5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5284" y="3255264"/>
            <a:ext cx="256032" cy="256032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6606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7462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 Expands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52744" y="3255264"/>
            <a:ext cx="256032" cy="256032"/>
          </a:xfrm>
          <a:prstGeom prst="ellipse">
            <a:avLst/>
          </a:prstGeom>
          <a:solidFill>
            <a:srgbClr val="12B5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90204" y="3255264"/>
            <a:ext cx="256032" cy="256032"/>
          </a:xfrm>
          <a:prstGeom prst="ellipse">
            <a:avLst/>
          </a:prstGeom>
          <a:solidFill>
            <a:srgbClr val="F5A5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098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4954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027664" y="3255264"/>
            <a:ext cx="256032" cy="256032"/>
          </a:xfrm>
          <a:prstGeom prst="ellipse">
            <a:avLst/>
          </a:prstGeom>
          <a:solidFill>
            <a:srgbClr val="12B5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7844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28700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dates and labels above with the real sequence of events for your breach — add or remove nodes as needed.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ATTACK PATH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Attacker Moved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they got in 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05072" y="3657600"/>
            <a:ext cx="402336" cy="54864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92024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70916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/ Pivot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0916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they did next 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91272" y="3657600"/>
            <a:ext cx="402336" cy="54864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17" name="Shape 14"/>
          <p:cNvSpPr/>
          <p:nvPr/>
        </p:nvSpPr>
        <p:spPr>
          <a:xfrm>
            <a:off x="8321040" y="192024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49640" y="219456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</p:sp>
      <p:sp>
        <p:nvSpPr>
          <p:cNvPr id="19" name="Text 16"/>
          <p:cNvSpPr/>
          <p:nvPr/>
        </p:nvSpPr>
        <p:spPr>
          <a:xfrm>
            <a:off x="8549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59536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95360" y="34290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they took or achieved 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Techniques Used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ID &amp;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Applied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e.g., Initial Access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TXXXX — Technique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one line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e.g., Privilege Escalation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TXXXX — Technique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one line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e.g., Exfiltration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TXXXX — Technique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one line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reference: attack.mitre.org — Enterprise or Cloud matrix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HAVE STOPPED IT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 Controls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11064240" cy="118872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874520"/>
            <a:ext cx="54864" cy="118872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Control 1 — e.g., least-privilege IAM 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78240" y="1874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PRIORITIZE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11064240" cy="118872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3291840"/>
            <a:ext cx="54864" cy="118872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291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Control 2 — e.g., network segmentation / Zero Trust ]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78240" y="3291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solidFill>
            <a:srgbClr val="132A45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709160"/>
            <a:ext cx="54864" cy="118872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09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Control 3 — e.g., CSPM / secrets management 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78240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84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for Your Own Environment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777240" cy="777240"/>
          </a:xfrm>
          <a:prstGeom prst="ellipse">
            <a:avLst/>
          </a:prstGeom>
          <a:solidFill>
            <a:srgbClr val="FFF3D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65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Lesson 1 — what this breach teaches about a control you now think about differently ]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3291840"/>
            <a:ext cx="777240" cy="777240"/>
          </a:xfrm>
          <a:prstGeom prst="ellipse">
            <a:avLst/>
          </a:prstGeom>
          <a:solidFill>
            <a:srgbClr val="FFF3D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32918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Lesson 2 — a mistake worth avoiding in your own work ]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FFF3D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5488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4617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Lesson 3 — how this connects to a concept from this course ]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5303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Vendor post-incident report / advisory — link 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Journalist reporting (e.g., Krebs on Security, The Record) — link 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CISA / CSA advisory, if applicable — link ]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— attack.mitre.org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fwd:cloudsec conference talks — fwdcloudsec.org/conference/north-america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52 — Cloud Security Fundamentals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Breach Case Study Template</dc:title>
  <dc:subject>PptxGenJS Presentation</dc:subject>
  <dc:creator>CIS 52</dc:creator>
  <cp:lastModifiedBy>CIS 52</cp:lastModifiedBy>
  <cp:revision>1</cp:revision>
  <dcterms:created xsi:type="dcterms:W3CDTF">2026-09-18T20:56:37Z</dcterms:created>
  <dcterms:modified xsi:type="dcterms:W3CDTF">2026-09-18T20:56:37Z</dcterms:modified>
</cp:coreProperties>
</file>